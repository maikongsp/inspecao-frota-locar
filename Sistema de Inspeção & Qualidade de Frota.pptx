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272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272 Ativos Cadastrados (Bases Fleet 1 &amp; 2):</a:t>
            </a:r>
            <a:br/>
            <a:r>
              <a:t>  - Divisão PTA: 245 plataformas elevatórias (Genie, JLG, Haulotte, Skyjack).</a:t>
            </a:r>
            <a:br/>
            <a:r>
              <a:t>  - Divisão Guindastes &amp; Outros: 27 ativos (Liebherr, Grove, Muncks, Empilhadeiras).</a:t>
            </a:r>
            <a:br/>
            <a:br/>
            <a:r>
              <a:t>• Status Operacionais Oficiais da Filial Betim:</a:t>
            </a:r>
            <a:br/>
            <a:r>
              <a:t>  - 138 em Manutenção (com prazos exatos de saída e dias p/ liberar do PCM).</a:t>
            </a:r>
            <a:br/>
            <a:r>
              <a:t>  - 98 Locadas em operação em clientes vigentes.</a:t>
            </a:r>
            <a:br/>
            <a:r>
              <a:t>  - 33 Disponíveis no pátio aptas para mobilização imediata.</a:t>
            </a:r>
            <a:br/>
            <a:r>
              <a:t>  - 3 Reservadas comerciais em negociação.</a:t>
            </a:r>
            <a:br/>
            <a:br/>
            <a:r>
              <a:t>• Controle de Prazos de Saída da Manutenção:</a:t>
            </a:r>
            <a:br/>
            <a:r>
              <a:t>  Data de liberação e contagem regressiva visíveis em cada card e exportação CSV.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TRANSIÇÃO DA FASE DE TESTES PARA OPERAÇÃO REAL • PURGA DE DADOS E CARGA CORPORATIVA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Entrada em Operação &amp; Carga de Dados Oficiais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🧹  Purga Rigorosa de Testes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Remoção integral de todos os laudos simulados, vistorias preliminares, solicitações fictícias do PCM e usuários de homologação. Elimina contaminação de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👥  Carga Oficial de Usuários (RBAC)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Importador em lote de colaboradores com atribuição estrita de papéis: Inspetor de Campo, Gestor PCM, Gestão de Frota, Comercial e Administrador QSMS com hashes SHA-256.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🚜  Atualização de Status da Frota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Atualização em lote do status real de operação dos 272 ativos da base Betim: 138 em manutenção (com prazos exatos de saída do PCM), 98 locadas, 33 disponíveis e 3 reservadas.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🔒  Governança &amp; Custódia Pericial Pura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 sistema inicia a operação com custódia limpa. Cada checklist assinado no pátio passa a ser registro técnico oficial, inalterável e pronto para auditorias externas.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